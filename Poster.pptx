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A6CAEC"/>
    <a:srgbClr val="3186BD"/>
    <a:srgbClr val="3892CC"/>
    <a:srgbClr val="30A1FF"/>
    <a:srgbClr val="349EFE"/>
    <a:srgbClr val="369AF3"/>
    <a:srgbClr val="3791E5"/>
    <a:srgbClr val="388BD9"/>
    <a:srgbClr val="3885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0"/>
    <p:restoredTop sz="94635"/>
  </p:normalViewPr>
  <p:slideViewPr>
    <p:cSldViewPr snapToGrid="0">
      <p:cViewPr>
        <p:scale>
          <a:sx n="31" d="100"/>
          <a:sy n="31" d="100"/>
        </p:scale>
        <p:origin x="464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6644D-90AF-0F47-AA00-BC9A127DC21D}" type="datetimeFigureOut">
              <a:rPr lang="en-US" smtClean="0"/>
              <a:t>8/3/25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2580-941F-C34A-A8BD-1023136D0F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2021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6644D-90AF-0F47-AA00-BC9A127DC21D}" type="datetimeFigureOut">
              <a:rPr lang="en-US" smtClean="0"/>
              <a:t>8/3/25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2580-941F-C34A-A8BD-1023136D0F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77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6644D-90AF-0F47-AA00-BC9A127DC21D}" type="datetimeFigureOut">
              <a:rPr lang="en-US" smtClean="0"/>
              <a:t>8/3/25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2580-941F-C34A-A8BD-1023136D0F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753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6644D-90AF-0F47-AA00-BC9A127DC21D}" type="datetimeFigureOut">
              <a:rPr lang="en-US" smtClean="0"/>
              <a:t>8/3/25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2580-941F-C34A-A8BD-1023136D0F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858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6644D-90AF-0F47-AA00-BC9A127DC21D}" type="datetimeFigureOut">
              <a:rPr lang="en-US" smtClean="0"/>
              <a:t>8/3/25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2580-941F-C34A-A8BD-1023136D0F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1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6644D-90AF-0F47-AA00-BC9A127DC21D}" type="datetimeFigureOut">
              <a:rPr lang="en-US" smtClean="0"/>
              <a:t>8/3/25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2580-941F-C34A-A8BD-1023136D0F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092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6644D-90AF-0F47-AA00-BC9A127DC21D}" type="datetimeFigureOut">
              <a:rPr lang="en-US" smtClean="0"/>
              <a:t>8/3/25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2580-941F-C34A-A8BD-1023136D0F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721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6644D-90AF-0F47-AA00-BC9A127DC21D}" type="datetimeFigureOut">
              <a:rPr lang="en-US" smtClean="0"/>
              <a:t>8/3/25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2580-941F-C34A-A8BD-1023136D0F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4481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6644D-90AF-0F47-AA00-BC9A127DC21D}" type="datetimeFigureOut">
              <a:rPr lang="en-US" smtClean="0"/>
              <a:t>8/3/25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2580-941F-C34A-A8BD-1023136D0F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977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6644D-90AF-0F47-AA00-BC9A127DC21D}" type="datetimeFigureOut">
              <a:rPr lang="en-US" smtClean="0"/>
              <a:t>8/3/25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2580-941F-C34A-A8BD-1023136D0F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250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6644D-90AF-0F47-AA00-BC9A127DC21D}" type="datetimeFigureOut">
              <a:rPr lang="en-US" smtClean="0"/>
              <a:t>8/3/25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2580-941F-C34A-A8BD-1023136D0F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328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E6644D-90AF-0F47-AA00-BC9A127DC21D}" type="datetimeFigureOut">
              <a:rPr lang="en-US" smtClean="0"/>
              <a:t>8/3/25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E92580-941F-C34A-A8BD-1023136D0F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2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000">
              <a:srgbClr val="3892CC">
                <a:lumMod val="99585"/>
                <a:lumOff val="415"/>
                <a:alpha val="40000"/>
              </a:srgbClr>
            </a:gs>
            <a:gs pos="55000">
              <a:srgbClr val="3892CC">
                <a:alpha val="70000"/>
              </a:srgbClr>
            </a:gs>
            <a:gs pos="45000">
              <a:srgbClr val="3892CC">
                <a:alpha val="64000"/>
              </a:srgbClr>
            </a:gs>
            <a:gs pos="35000">
              <a:srgbClr val="3892CC">
                <a:alpha val="58000"/>
              </a:srgbClr>
            </a:gs>
            <a:gs pos="25000">
              <a:srgbClr val="3892CC">
                <a:alpha val="52000"/>
              </a:srgbClr>
            </a:gs>
            <a:gs pos="15000">
              <a:srgbClr val="3892CC">
                <a:alpha val="46000"/>
              </a:srgbClr>
            </a:gs>
            <a:gs pos="95000">
              <a:srgbClr val="3892CC"/>
            </a:gs>
            <a:gs pos="75000">
              <a:srgbClr val="3892CC">
                <a:alpha val="82000"/>
              </a:srgbClr>
            </a:gs>
            <a:gs pos="65000">
              <a:srgbClr val="3892CC">
                <a:alpha val="76000"/>
              </a:srgbClr>
            </a:gs>
            <a:gs pos="85000">
              <a:srgbClr val="3892CC">
                <a:alpha val="88000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19BC6D5-D3A4-5F87-145A-2F3EE142A400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43891199" cy="2672861"/>
          </a:xfrm>
          <a:prstGeom prst="rect">
            <a:avLst/>
          </a:prstGeom>
          <a:solidFill>
            <a:srgbClr val="3186BD"/>
          </a:solidFill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500" dirty="0">
                <a:solidFill>
                  <a:schemeClr val="bg1"/>
                </a:solidFill>
                <a:latin typeface="Georgia" panose="02040502050405020303" pitchFamily="18" charset="0"/>
              </a:rPr>
              <a:t>Textual Analysis: Trump &amp; Words &amp; NSF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CFCE73F-5C5E-7485-5A7E-E44467D7F2F0}"/>
              </a:ext>
            </a:extLst>
          </p:cNvPr>
          <p:cNvSpPr txBox="1">
            <a:spLocks/>
          </p:cNvSpPr>
          <p:nvPr/>
        </p:nvSpPr>
        <p:spPr>
          <a:xfrm>
            <a:off x="604787" y="3299120"/>
            <a:ext cx="12986522" cy="3246060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algn="ctr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5000" b="1" dirty="0">
                <a:latin typeface="Georgia" panose="02040502050405020303" pitchFamily="18" charset="0"/>
              </a:rPr>
              <a:t>Abstract</a:t>
            </a:r>
            <a:r>
              <a:rPr lang="en-US" sz="5000" dirty="0">
                <a:latin typeface="Georgia" panose="02040502050405020303" pitchFamily="18" charset="0"/>
              </a:rPr>
              <a:t> I find that blah blah blah blah blah</a:t>
            </a:r>
          </a:p>
          <a:p>
            <a:pPr algn="l"/>
            <a:r>
              <a:rPr lang="en-US" sz="5000" dirty="0" err="1">
                <a:latin typeface="Georgia" panose="02040502050405020303" pitchFamily="18" charset="0"/>
              </a:rPr>
              <a:t>Asdfasdfas</a:t>
            </a:r>
            <a:endParaRPr lang="en-US" sz="5000" dirty="0">
              <a:latin typeface="Georgia" panose="02040502050405020303" pitchFamily="18" charset="0"/>
            </a:endParaRPr>
          </a:p>
          <a:p>
            <a:pPr algn="l"/>
            <a:r>
              <a:rPr lang="en-US" sz="5000" dirty="0" err="1">
                <a:latin typeface="Georgia" panose="02040502050405020303" pitchFamily="18" charset="0"/>
              </a:rPr>
              <a:t>Adsfasdfasdfasdfasdfasdfasdf</a:t>
            </a:r>
            <a:endParaRPr lang="en-US" sz="5000" dirty="0">
              <a:latin typeface="Georgia" panose="02040502050405020303" pitchFamily="18" charset="0"/>
            </a:endParaRPr>
          </a:p>
          <a:p>
            <a:pPr algn="l"/>
            <a:r>
              <a:rPr lang="en-US" sz="5000" dirty="0" err="1">
                <a:latin typeface="Georgia" panose="02040502050405020303" pitchFamily="18" charset="0"/>
              </a:rPr>
              <a:t>asdfasdfasdfasdfasfasdfasdfasdfasdf</a:t>
            </a:r>
            <a:endParaRPr lang="en-US" sz="5000" dirty="0">
              <a:latin typeface="Georgia" panose="02040502050405020303" pitchFamily="18" charset="0"/>
            </a:endParaRPr>
          </a:p>
        </p:txBody>
      </p:sp>
      <p:pic>
        <p:nvPicPr>
          <p:cNvPr id="23" name="Picture 22" descr="A diagram of a company&#10;&#10;AI-generated content may be incorrect.">
            <a:extLst>
              <a:ext uri="{FF2B5EF4-FFF2-40B4-BE49-F238E27FC236}">
                <a16:creationId xmlns:a16="http://schemas.microsoft.com/office/drawing/2014/main" id="{8BFE2786-1A43-B438-7B9E-F1DAF9278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2255" y="3299120"/>
            <a:ext cx="15697638" cy="3246060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1EF2658F-C94B-3796-9CEF-D8E17A071690}"/>
              </a:ext>
            </a:extLst>
          </p:cNvPr>
          <p:cNvSpPr txBox="1">
            <a:spLocks/>
          </p:cNvSpPr>
          <p:nvPr/>
        </p:nvSpPr>
        <p:spPr>
          <a:xfrm>
            <a:off x="30973568" y="28220014"/>
            <a:ext cx="12297823" cy="4205456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algn="ctr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5000" b="1" dirty="0">
                <a:latin typeface="Georgia" panose="02040502050405020303" pitchFamily="18" charset="0"/>
              </a:rPr>
              <a:t>References</a:t>
            </a: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Me (2004)</a:t>
            </a: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REU (2021)</a:t>
            </a: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Someone (2014)</a:t>
            </a:r>
          </a:p>
        </p:txBody>
      </p:sp>
      <p:pic>
        <p:nvPicPr>
          <p:cNvPr id="28" name="Picture 27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61EBF86F-170C-13C0-10C1-DA5EAA80A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2255" y="7171438"/>
            <a:ext cx="15697638" cy="6571242"/>
          </a:xfrm>
          <a:prstGeom prst="rect">
            <a:avLst/>
          </a:prstGeom>
        </p:spPr>
      </p:pic>
      <p:pic>
        <p:nvPicPr>
          <p:cNvPr id="30" name="Picture 29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5B6B6759-390C-1D3C-9A4C-B8DC0396FF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02254" y="20173247"/>
            <a:ext cx="15697637" cy="12252223"/>
          </a:xfrm>
          <a:prstGeom prst="rect">
            <a:avLst/>
          </a:prstGeom>
        </p:spPr>
      </p:pic>
      <p:pic>
        <p:nvPicPr>
          <p:cNvPr id="32" name="Picture 31" descr="A chart of a graph&#10;&#10;AI-generated content may be incorrect.">
            <a:extLst>
              <a:ext uri="{FF2B5EF4-FFF2-40B4-BE49-F238E27FC236}">
                <a16:creationId xmlns:a16="http://schemas.microsoft.com/office/drawing/2014/main" id="{59942A3A-8C24-EC2C-F5A3-276A15656C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73568" y="3314969"/>
            <a:ext cx="12501852" cy="6203104"/>
          </a:xfrm>
          <a:prstGeom prst="rect">
            <a:avLst/>
          </a:prstGeom>
        </p:spPr>
      </p:pic>
      <p:pic>
        <p:nvPicPr>
          <p:cNvPr id="34" name="Picture 33" descr="A table with numbers and a number of words&#10;&#10;AI-generated content may be incorrect.">
            <a:extLst>
              <a:ext uri="{FF2B5EF4-FFF2-40B4-BE49-F238E27FC236}">
                <a16:creationId xmlns:a16="http://schemas.microsoft.com/office/drawing/2014/main" id="{E7D9038E-1EAB-D6B3-FA5B-454217A2BC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00132" y="14173200"/>
            <a:ext cx="15699759" cy="5569527"/>
          </a:xfrm>
          <a:prstGeom prst="rect">
            <a:avLst/>
          </a:prstGeom>
        </p:spPr>
      </p:pic>
      <p:sp>
        <p:nvSpPr>
          <p:cNvPr id="35" name="Title 1">
            <a:extLst>
              <a:ext uri="{FF2B5EF4-FFF2-40B4-BE49-F238E27FC236}">
                <a16:creationId xmlns:a16="http://schemas.microsoft.com/office/drawing/2014/main" id="{65B1CAEC-917B-BB1C-8C01-32AE402E1B26}"/>
              </a:ext>
            </a:extLst>
          </p:cNvPr>
          <p:cNvSpPr txBox="1">
            <a:spLocks/>
          </p:cNvSpPr>
          <p:nvPr/>
        </p:nvSpPr>
        <p:spPr>
          <a:xfrm>
            <a:off x="604787" y="18729960"/>
            <a:ext cx="12986522" cy="13695510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algn="ctr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5000" b="1" dirty="0">
                <a:latin typeface="Georgia" panose="02040502050405020303" pitchFamily="18" charset="0"/>
              </a:rPr>
              <a:t>Stylized Facts</a:t>
            </a:r>
          </a:p>
          <a:p>
            <a:pPr marL="914400" indent="-914400" algn="l">
              <a:buFont typeface="+mj-lt"/>
              <a:buAutoNum type="arabicPeriod"/>
            </a:pPr>
            <a:r>
              <a:rPr lang="en-US" sz="5000" dirty="0">
                <a:latin typeface="Georgia" panose="02040502050405020303" pitchFamily="18" charset="0"/>
              </a:rPr>
              <a:t>This that and the other thing and et cetera super cool stuff</a:t>
            </a:r>
          </a:p>
          <a:p>
            <a:pPr marL="914400" indent="-914400" algn="l">
              <a:buFont typeface="+mj-lt"/>
              <a:buAutoNum type="arabicPeriod"/>
            </a:pPr>
            <a:r>
              <a:rPr lang="en-US" sz="5000" dirty="0">
                <a:latin typeface="Georgia" panose="02040502050405020303" pitchFamily="18" charset="0"/>
              </a:rPr>
              <a:t>Something else that means something interesting for my poster fake words for show</a:t>
            </a:r>
          </a:p>
          <a:p>
            <a:pPr marL="914400" indent="-914400" algn="l">
              <a:buFont typeface="+mj-lt"/>
              <a:buAutoNum type="arabicPeriod"/>
            </a:pPr>
            <a:r>
              <a:rPr lang="en-US" sz="5000" dirty="0">
                <a:latin typeface="Georgia" panose="02040502050405020303" pitchFamily="18" charset="0"/>
              </a:rPr>
              <a:t>What I have now is just an example, also, do I have way too many graphs</a:t>
            </a:r>
          </a:p>
          <a:p>
            <a:pPr marL="914400" indent="-914400" algn="l">
              <a:buFont typeface="+mj-lt"/>
              <a:buAutoNum type="arabicPeriod"/>
            </a:pPr>
            <a:endParaRPr lang="en-US" sz="5000" dirty="0">
              <a:latin typeface="Georgia" panose="02040502050405020303" pitchFamily="18" charset="0"/>
            </a:endParaRP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I come up with these stylized facts by completely bullshitting. Also, all of these text boxes are </a:t>
            </a:r>
            <a:r>
              <a:rPr lang="en-US" sz="5000" dirty="0" err="1">
                <a:latin typeface="Georgia" panose="02040502050405020303" pitchFamily="18" charset="0"/>
              </a:rPr>
              <a:t>gonna</a:t>
            </a:r>
            <a:r>
              <a:rPr lang="en-US" sz="5000" dirty="0">
                <a:latin typeface="Georgia" panose="02040502050405020303" pitchFamily="18" charset="0"/>
              </a:rPr>
              <a:t> have to be way smaller, but I do in fact have more time to cook! </a:t>
            </a:r>
          </a:p>
          <a:p>
            <a:pPr algn="l"/>
            <a:endParaRPr lang="en-US" sz="5000" dirty="0">
              <a:latin typeface="Georgia" panose="02040502050405020303" pitchFamily="18" charset="0"/>
            </a:endParaRP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We’ll see I guess, but this poster will be a hell of a lot of bullshit. I mean what I have done is valid research, but it is simply incomplete. How the fuck can you do valid research in five weeks</a:t>
            </a:r>
          </a:p>
          <a:p>
            <a:pPr marL="914400" indent="-914400" algn="l">
              <a:buFont typeface="+mj-lt"/>
              <a:buAutoNum type="arabicPeriod"/>
            </a:pPr>
            <a:endParaRPr lang="en-US" sz="5000" dirty="0">
              <a:latin typeface="Georgia" panose="02040502050405020303" pitchFamily="18" charset="0"/>
            </a:endParaRPr>
          </a:p>
          <a:p>
            <a:pPr marL="914400" indent="-914400" algn="l">
              <a:buFont typeface="+mj-lt"/>
              <a:buAutoNum type="arabicPeriod"/>
            </a:pPr>
            <a:endParaRPr lang="en-US" sz="5000" dirty="0">
              <a:latin typeface="Georgia" panose="02040502050405020303" pitchFamily="18" charset="0"/>
            </a:endParaRP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EF2300AB-9B2D-CA75-2E05-3FA08DC3E478}"/>
              </a:ext>
            </a:extLst>
          </p:cNvPr>
          <p:cNvSpPr txBox="1">
            <a:spLocks/>
          </p:cNvSpPr>
          <p:nvPr/>
        </p:nvSpPr>
        <p:spPr>
          <a:xfrm>
            <a:off x="604787" y="7078784"/>
            <a:ext cx="12986522" cy="11001398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algn="ctr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5000" b="1" dirty="0">
                <a:latin typeface="Georgia" panose="02040502050405020303" pitchFamily="18" charset="0"/>
              </a:rPr>
              <a:t>Context</a:t>
            </a: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Trump is very bad, the NSF was good and maybe still is but right now it’s taking it pretty badly because of Elon Musk and DOGE and particularly Trump</a:t>
            </a:r>
          </a:p>
          <a:p>
            <a:pPr algn="l"/>
            <a:endParaRPr lang="en-US" sz="5000" dirty="0">
              <a:latin typeface="Georgia" panose="02040502050405020303" pitchFamily="18" charset="0"/>
            </a:endParaRP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I am just writing this as proof of concept of the poster</a:t>
            </a:r>
          </a:p>
          <a:p>
            <a:pPr algn="l"/>
            <a:endParaRPr lang="en-US" sz="5000" dirty="0">
              <a:latin typeface="Georgia" panose="02040502050405020303" pitchFamily="18" charset="0"/>
            </a:endParaRP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Even these sections probably won’t all be named the same, you know?</a:t>
            </a:r>
          </a:p>
          <a:p>
            <a:pPr algn="l"/>
            <a:endParaRPr lang="en-US" sz="5000" dirty="0">
              <a:latin typeface="Georgia" panose="02040502050405020303" pitchFamily="18" charset="0"/>
            </a:endParaRP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Anyway, enjoy this cool thing, Ryan! You should get back to work on the important stuff.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9959A9DD-0A47-91A3-0295-D974A142237F}"/>
              </a:ext>
            </a:extLst>
          </p:cNvPr>
          <p:cNvSpPr txBox="1">
            <a:spLocks/>
          </p:cNvSpPr>
          <p:nvPr/>
        </p:nvSpPr>
        <p:spPr>
          <a:xfrm>
            <a:off x="30973568" y="10160180"/>
            <a:ext cx="12501852" cy="17396511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algn="ctr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5000" b="1" dirty="0">
                <a:latin typeface="Georgia" panose="02040502050405020303" pitchFamily="18" charset="0"/>
              </a:rPr>
              <a:t>Another Box</a:t>
            </a: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I am literally just adding boxes so I can show a cool example! Isn’t that awesome?</a:t>
            </a:r>
          </a:p>
          <a:p>
            <a:pPr algn="l"/>
            <a:endParaRPr lang="en-US" sz="5000" dirty="0">
              <a:latin typeface="Georgia" panose="02040502050405020303" pitchFamily="18" charset="0"/>
            </a:endParaRP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Lorem Ipsum ceteris paribus and more and more </a:t>
            </a:r>
            <a:r>
              <a:rPr lang="en-US" sz="5000" dirty="0" err="1">
                <a:latin typeface="Georgia" panose="02040502050405020303" pitchFamily="18" charset="0"/>
              </a:rPr>
              <a:t>latin</a:t>
            </a:r>
            <a:endParaRPr lang="en-US" sz="5000" dirty="0">
              <a:latin typeface="Georgia" panose="02040502050405020303" pitchFamily="18" charset="0"/>
            </a:endParaRPr>
          </a:p>
          <a:p>
            <a:pPr algn="l"/>
            <a:endParaRPr lang="en-US" sz="5000" dirty="0">
              <a:latin typeface="Georgia" panose="02040502050405020303" pitchFamily="18" charset="0"/>
            </a:endParaRP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Lorem Ipsum ceteris paribus and more and more </a:t>
            </a:r>
            <a:r>
              <a:rPr lang="en-US" sz="5000" dirty="0" err="1">
                <a:latin typeface="Georgia" panose="02040502050405020303" pitchFamily="18" charset="0"/>
              </a:rPr>
              <a:t>latin</a:t>
            </a:r>
            <a:endParaRPr lang="en-US" sz="5000" dirty="0">
              <a:latin typeface="Georgia" panose="02040502050405020303" pitchFamily="18" charset="0"/>
            </a:endParaRPr>
          </a:p>
          <a:p>
            <a:pPr algn="l"/>
            <a:endParaRPr lang="en-US" sz="5000" dirty="0">
              <a:latin typeface="Georgia" panose="02040502050405020303" pitchFamily="18" charset="0"/>
            </a:endParaRP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Lorem Ipsum ceteris paribus and more and more </a:t>
            </a:r>
            <a:r>
              <a:rPr lang="en-US" sz="5000" dirty="0" err="1">
                <a:latin typeface="Georgia" panose="02040502050405020303" pitchFamily="18" charset="0"/>
              </a:rPr>
              <a:t>latin</a:t>
            </a:r>
            <a:endParaRPr lang="en-US" sz="5000" dirty="0">
              <a:latin typeface="Georgia" panose="02040502050405020303" pitchFamily="18" charset="0"/>
            </a:endParaRPr>
          </a:p>
          <a:p>
            <a:pPr algn="l"/>
            <a:endParaRPr lang="en-US" sz="5000" dirty="0">
              <a:latin typeface="Georgia" panose="02040502050405020303" pitchFamily="18" charset="0"/>
            </a:endParaRPr>
          </a:p>
          <a:p>
            <a:pPr algn="l"/>
            <a:endParaRPr lang="en-US" sz="5000" dirty="0">
              <a:latin typeface="Georgia" panose="02040502050405020303" pitchFamily="18" charset="0"/>
            </a:endParaRP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Lorem Ipsum ceteris paribus and more and more </a:t>
            </a:r>
            <a:r>
              <a:rPr lang="en-US" sz="5000" dirty="0" err="1">
                <a:latin typeface="Georgia" panose="02040502050405020303" pitchFamily="18" charset="0"/>
              </a:rPr>
              <a:t>latin</a:t>
            </a:r>
            <a:endParaRPr lang="en-US" sz="5000" dirty="0">
              <a:latin typeface="Georgia" panose="02040502050405020303" pitchFamily="18" charset="0"/>
            </a:endParaRPr>
          </a:p>
          <a:p>
            <a:pPr algn="l"/>
            <a:endParaRPr lang="en-US" sz="5000" dirty="0">
              <a:latin typeface="Georgia" panose="02040502050405020303" pitchFamily="18" charset="0"/>
            </a:endParaRP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Lorem Ipsum ceteris paribus and more and more </a:t>
            </a:r>
            <a:r>
              <a:rPr lang="en-US" sz="5000" dirty="0" err="1">
                <a:latin typeface="Georgia" panose="02040502050405020303" pitchFamily="18" charset="0"/>
              </a:rPr>
              <a:t>latin</a:t>
            </a:r>
            <a:endParaRPr lang="en-US" sz="5000" dirty="0">
              <a:latin typeface="Georgia" panose="02040502050405020303" pitchFamily="18" charset="0"/>
            </a:endParaRPr>
          </a:p>
          <a:p>
            <a:pPr algn="l"/>
            <a:endParaRPr lang="en-US" sz="5000" dirty="0">
              <a:latin typeface="Georgia" panose="02040502050405020303" pitchFamily="18" charset="0"/>
            </a:endParaRP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Lorem Ipsum ceteris paribus and more and more </a:t>
            </a:r>
            <a:r>
              <a:rPr lang="en-US" sz="5000" dirty="0" err="1">
                <a:latin typeface="Georgia" panose="02040502050405020303" pitchFamily="18" charset="0"/>
              </a:rPr>
              <a:t>latin</a:t>
            </a:r>
            <a:endParaRPr lang="en-US" sz="5000" dirty="0">
              <a:latin typeface="Georgia" panose="02040502050405020303" pitchFamily="18" charset="0"/>
            </a:endParaRPr>
          </a:p>
          <a:p>
            <a:pPr algn="l"/>
            <a:endParaRPr lang="en-US" sz="5000" dirty="0">
              <a:latin typeface="Georgia" panose="02040502050405020303" pitchFamily="18" charset="0"/>
            </a:endParaRPr>
          </a:p>
          <a:p>
            <a:pPr algn="l"/>
            <a:r>
              <a:rPr lang="en-US" sz="5000" dirty="0">
                <a:latin typeface="Georgia" panose="02040502050405020303" pitchFamily="18" charset="0"/>
              </a:rPr>
              <a:t>Lorem Ipsum ceteris paribus and more and more </a:t>
            </a:r>
            <a:r>
              <a:rPr lang="en-US" sz="5000" dirty="0" err="1">
                <a:latin typeface="Georgia" panose="02040502050405020303" pitchFamily="18" charset="0"/>
              </a:rPr>
              <a:t>latin</a:t>
            </a:r>
            <a:endParaRPr lang="en-US" sz="500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0888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148</TotalTime>
  <Words>320</Words>
  <Application>Microsoft Macintosh PowerPoint</Application>
  <PresentationFormat>Custom</PresentationFormat>
  <Paragraphs>42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Georgia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Patrick Seely</dc:creator>
  <cp:lastModifiedBy>Ryan Patrick Seely</cp:lastModifiedBy>
  <cp:revision>2</cp:revision>
  <dcterms:created xsi:type="dcterms:W3CDTF">2025-08-03T19:39:39Z</dcterms:created>
  <dcterms:modified xsi:type="dcterms:W3CDTF">2025-08-03T22:08:31Z</dcterms:modified>
</cp:coreProperties>
</file>